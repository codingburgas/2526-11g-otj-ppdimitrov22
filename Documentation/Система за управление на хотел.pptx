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Raleway" pitchFamily="2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Bold" panose="02000000000000000000" pitchFamily="2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B843AF-0BF4-70D2-84F4-8339C3BCDCB6}" v="25" dt="2026-07-02T14:49:00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13DDA-6BFD-4DE0-9E91-7F643F2339F9}" type="datetimeFigureOut"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3AE69-483D-4DC3-9AC9-25258A18C0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46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443"/>
            <a:ext cx="3429000" cy="468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за управление на хотел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Производствена практика ·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Петър Димитров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XI Г клас · Специалност: Приложно програмиране</a:t>
            </a:r>
            <a:endParaRPr lang="en-US" sz="1100" dirty="0"/>
          </a:p>
        </p:txBody>
      </p:sp>
      <p:pic>
        <p:nvPicPr>
          <p:cNvPr id="6" name="Picture 5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189F0236-01D8-AD43-C138-0546AF03A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691743"/>
            <a:ext cx="4191000" cy="440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760"/>
            <a:ext cx="45606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 и функционалности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926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Разработване на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уеб-базирана система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за автоматизиране на основните хотелски процеси — от резервации до плащания.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9236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53060"/>
            <a:ext cx="1832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Регистрация на гости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5957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Бързо и лесно въвеждане на данни при настаняване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99236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Онлайн резервации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75957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Директна заявка през уеб платформата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992362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Управление на стаи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275957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Статус и наличност в реално време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496717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957414"/>
            <a:ext cx="18538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Допълнителни услуги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96119" y="426392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СПА, ресторант, транспорт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496717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9574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Плащания и фактури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272433" y="4263926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20" name="Picture 19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426B4B5A-9E6E-DCD9-CE79-26D448804D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4691743"/>
            <a:ext cx="4191000" cy="4408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77367"/>
            <a:ext cx="494094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Технологии и архитектура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77058"/>
            <a:ext cx="2481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Използвани технологии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611115"/>
            <a:ext cx="2622724" cy="854943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7719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6927" y="3078435"/>
            <a:ext cx="23011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611115"/>
            <a:ext cx="2622724" cy="854943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1410" y="27719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21410" y="3078435"/>
            <a:ext cx="23011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HTML, CSS, JavaScript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611115"/>
            <a:ext cx="2622724" cy="854943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5892" y="27719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85892" y="3078435"/>
            <a:ext cx="23011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Git, IntelliJ IDEA,</a:t>
            </a:r>
            <a:endParaRPr lang="en-US" sz="1100" dirty="0"/>
          </a:p>
        </p:txBody>
      </p:sp>
      <p:pic>
        <p:nvPicPr>
          <p:cNvPr id="14" name="Picture 1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797A13FC-3B59-9AF0-E9AC-AA82EFD67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691743"/>
            <a:ext cx="4191000" cy="4408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7484"/>
            <a:ext cx="601927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Сигурност и очаквани резултати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717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238301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231231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Защита на данните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криптиране и контрол на достъпа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684" y="2238301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231231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Сигурни плащания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96119" y="289746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Очаквани резултати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96119" y="3331518"/>
            <a:ext cx="2622724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2640" y="3478039"/>
            <a:ext cx="21335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По-бързи резервации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260601" y="3331518"/>
            <a:ext cx="2622724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07122" y="3478039"/>
            <a:ext cx="22861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📈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Повишена ефективност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025083" y="3331518"/>
            <a:ext cx="2622724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1605" y="3478039"/>
            <a:ext cx="2193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По-добро обслужване</a:t>
            </a:r>
            <a:endParaRPr lang="en-US" sz="1350" dirty="0"/>
          </a:p>
        </p:txBody>
      </p:sp>
      <p:pic>
        <p:nvPicPr>
          <p:cNvPr id="16" name="Picture 15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B3A55EF0-28F0-588C-1A48-600164930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702629"/>
            <a:ext cx="4191000" cy="4408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710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Заключение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092696"/>
            <a:ext cx="19050" cy="999381"/>
          </a:xfrm>
          <a:prstGeom prst="roundRect">
            <a:avLst>
              <a:gd name="adj" fmla="val 60000"/>
            </a:avLst>
          </a:prstGeom>
          <a:solidFill>
            <a:srgbClr val="1B1B27"/>
          </a:solidFill>
          <a:ln/>
        </p:spPr>
      </p:sp>
      <p:sp>
        <p:nvSpPr>
          <p:cNvPr id="5" name="Text 2"/>
          <p:cNvSpPr/>
          <p:nvPr/>
        </p:nvSpPr>
        <p:spPr>
          <a:xfrm>
            <a:off x="4137720" y="1252165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Проектът демонстрира разработването на модерна система за управление на хотел, използваща Java, HTML, CSS, JavaScript  Реализацията автоматизира основните хотелски процеси.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25119" y="3483620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Благодаря за вниманието!</a:t>
            </a:r>
            <a:endParaRPr lang="en-US" sz="3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872867-BFF3-5E40-E0C0-EDDA2B0AB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691743"/>
            <a:ext cx="4191000" cy="4408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11</cp:revision>
  <dcterms:created xsi:type="dcterms:W3CDTF">2026-07-02T14:46:28Z</dcterms:created>
  <dcterms:modified xsi:type="dcterms:W3CDTF">2026-07-02T14:58:13Z</dcterms:modified>
</cp:coreProperties>
</file>